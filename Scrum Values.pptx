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72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5899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0173" y="1424980"/>
            <a:ext cx="38235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Values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273577" y="2263180"/>
            <a:ext cx="459674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Foundation of High-Performance Teams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110223" y="3040360"/>
            <a:ext cx="29234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Guide to the Five Core Values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176969" y="3497560"/>
            <a:ext cx="27900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Engineering • Dr. Hitesh Mohapatra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325860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Core Values: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Commitment, Courage, Focus, Openness, Respect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 Foundation: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Guide team behavior and decision-making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Enablers of Success: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Make the three Scrum pillars effective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Framework: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 trust and psychological safety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1"/>
            <a:ext cx="7924800" cy="1142901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21161"/>
            <a:ext cx="7924800" cy="1142901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992662"/>
            <a:ext cx="7924800" cy="1142901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Enable the Three Pillars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5544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1874441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work visible to everyone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9259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3245941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Reviewing progress regularly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297462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Adaptation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4617443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Adjusting based on learning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61"/>
            <a:ext cx="7924800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Scrum Team member commits to achieving the team's goals and supporting each other.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958280"/>
            <a:ext cx="7620000" cy="1154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Accountability: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Team members take ownership of Sprint goals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Focus: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Delivering value and maintaining high standards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Empiricism: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Making decisions based on data and evidence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- Detailed Explanation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61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 in practice: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Team members pledge to deliver on their promises. This includes: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565872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realistic commitments during Sprint Planning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teammates when they face challenges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Focusing on quality over quick delivery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continuously to improve processes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Courage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61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Scrum Team members need courage to do the right thing and face tough problems.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18272"/>
            <a:ext cx="7620000" cy="1154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Exploring the unknown and taking calculated risks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Changing direction when data supports it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Sharing information openly and engaging in disagreements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Courage - Detailed Explanation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61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examples of courage in Scrum: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565872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Speaking up about impediments in Daily Standups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Admitting mistakes and learning from them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Challenging assumptions when evidence contradicts them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Advocating for technical excellence even under pressure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61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Scrum Team focuses on the work of the Sprint and its goals.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18272"/>
            <a:ext cx="7620000" cy="1154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Prioritizing what's currently most important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Creation: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Creating value and achieving Sprint objectives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Done: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Getting work to Done status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- Detailed Explanation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63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maintain focus in teams: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565872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Limiting work-in-progress to prevent multitasking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Aligning all activities to Sprint and Product goals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Reducing distractions and interruptions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Completing committed work before taking on new items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Openness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63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team and stakeholders are open about all work and challenges.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18272"/>
            <a:ext cx="7620000" cy="1154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Being transparent about progress and struggles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Culture: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Sharing feedback and learning from each other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Collaboration: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Engaging openly with stakeholders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Openness - Detailed Explanation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63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an open culture: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565872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Discussing challenges honestly without fear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psychological safety for all voices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 both successes and failures transparently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Inviting diverse perspectives to improve solutions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63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Scrum Team members respect each other as skilled professionals.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18272"/>
            <a:ext cx="7620000" cy="1154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Expertise: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Valuing different skills and perspectives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Disagreement: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Being respectful when perspectives differ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Independence: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Recognizing capability and autonomy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 - Detailed Explanation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63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Demonstrating respect in practice: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565872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Actively listening to all perspectives in meetings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Valuing domain expertise and technical knowledge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professional growth and learning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Resolving conflicts constructively and courteously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Values Work Together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Trust: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Values create psychological safety and team cohesion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Collaboration: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Facilitate effective communication and teamwork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Delivery: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Lead to consistent, high-quality value delivery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Adaptation: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 environment for continuous improvement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Implementing Values in Your Team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Retrospectives: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Reflect on how well values are embodied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Define observable behaviors for each value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Practice: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Demonstrate values in standups and interactions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Provide constructive feedback on value alignment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4493" y="1670745"/>
            <a:ext cx="5754916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Values Drive Success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2447925"/>
            <a:ext cx="792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teams embody Commitment, Courage, Focus, Openness, and Respect, they unlock the full potential of Scrum.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026021" y="3286125"/>
            <a:ext cx="309195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culture. Transform your team. Deliver value.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602</Words>
  <Application>Microsoft Office PowerPoint</Application>
  <PresentationFormat>On-screen Show (16:9)</PresentationFormat>
  <Paragraphs>100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106263</cp:lastModifiedBy>
  <cp:revision>2</cp:revision>
  <dcterms:created xsi:type="dcterms:W3CDTF">2026-01-22T06:25:57Z</dcterms:created>
  <dcterms:modified xsi:type="dcterms:W3CDTF">2026-01-22T06:35:59Z</dcterms:modified>
</cp:coreProperties>
</file>